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79" r:id="rId2"/>
    <p:sldId id="285" r:id="rId3"/>
    <p:sldId id="287" r:id="rId4"/>
    <p:sldId id="282" r:id="rId5"/>
    <p:sldId id="266" r:id="rId6"/>
    <p:sldId id="280" r:id="rId7"/>
    <p:sldId id="28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8080"/>
    <a:srgbClr val="00FA00"/>
    <a:srgbClr val="FFFFFF"/>
    <a:srgbClr val="00CD00"/>
    <a:srgbClr val="00CCCC"/>
    <a:srgbClr val="FFFF99"/>
    <a:srgbClr val="FFA9DF"/>
    <a:srgbClr val="A7FFEA"/>
    <a:srgbClr val="7AFFE1"/>
    <a:srgbClr val="CA90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54"/>
    <p:restoredTop sz="94618"/>
  </p:normalViewPr>
  <p:slideViewPr>
    <p:cSldViewPr snapToGrid="0" snapToObjects="1">
      <p:cViewPr>
        <p:scale>
          <a:sx n="98" d="100"/>
          <a:sy n="98" d="100"/>
        </p:scale>
        <p:origin x="1672" y="328"/>
      </p:cViewPr>
      <p:guideLst/>
    </p:cSldViewPr>
  </p:slideViewPr>
  <p:notesTextViewPr>
    <p:cViewPr>
      <p:scale>
        <a:sx n="20" d="100"/>
        <a:sy n="2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86492A-2CA2-E643-8AA6-7A3DBD9E2B39}" type="datetimeFigureOut">
              <a:rPr lang="en-US" smtClean="0"/>
              <a:t>7/13/22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6B060D-D020-B54C-829E-DB3A4113A2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480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6B060D-D020-B54C-829E-DB3A4113A29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9844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6B060D-D020-B54C-829E-DB3A4113A29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1944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6B060D-D020-B54C-829E-DB3A4113A29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8894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6B060D-D020-B54C-829E-DB3A4113A29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2449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6B060D-D020-B54C-829E-DB3A4113A29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2490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6B060D-D020-B54C-829E-DB3A4113A29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4100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6B060D-D020-B54C-829E-DB3A4113A29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8977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637D8-66F5-C247-80F9-1F4F7ADB99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32AD74-3C9B-414A-9C3C-0FF950A65C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EB94B2-0CEB-514A-8704-081AF482C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1126C4-42AB-394B-AE66-EB5E35AD8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3EC074-D5BA-3F40-A694-68FBFB0E5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6750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ACF1B-DD55-C942-9802-8B9AC347B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BE7C8-FB1D-8249-828B-01B44C85B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15D62-B073-7343-A1AE-93C5BFAFA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579AD4-BC1E-4F45-BA5A-AAFE573CA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2E9F3-3376-EA40-95B3-9C5CD72C3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752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CBF26-D1EA-5F4F-B770-999D72828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B16BA8-C34E-B84F-9BC1-0C925AB86C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30624B-E230-B049-971A-4AD1A3D18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248EB-9420-7E40-AE43-7FF74CD7B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74830-33FF-2646-AB7A-693C52758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989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8309B-727E-194D-9639-A0A4247D2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E9FDD6-37DD-3044-B6C3-1766546A0B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676A04-9E0B-FD43-93EF-217F94996B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BC811F-7C84-4F40-9C57-28298492F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F5D38-0844-0847-86C2-80E2389AA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28376E-79D2-914B-9F81-41DB01484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926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D858F-2E14-9546-AD83-A97BF05B7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9110BA-4A50-F44B-9F12-48F7E221CF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6DF8ED-889D-6749-84F4-D4CA33FD5F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39825-6E6F-A44A-BD33-E88734524D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1A7828-F377-C444-8F70-1723633AB2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E5E6CD2-3D9D-E842-8F52-CB929A5AF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C631CE-B1BC-B64C-8DB6-35617241A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99ED6E-68B5-CE48-AD00-3692CAC75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154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8664B-1287-F94A-BB22-A8CA60792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A88CE2-6C0C-4749-ADB9-C6FACA8DE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446EFE-9EA8-2240-A4E6-20F0403B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9103C8-E264-8848-B850-A0449F007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4095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679B0F-F05F-A549-BD87-57A8F545F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2053F8-E8D3-4F45-BEF2-1E63DE67E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FEA1F6-720B-D24B-9FBF-1AF9FA760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9083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AED50-D677-5F4E-9FD1-57005FDF4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A68E7D-33D5-A643-8F3F-3DE017BA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600E24-616B-4041-A2D9-FA2A6F78B4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387BCC-587C-CB42-9799-529BA5DD8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A608AC-136F-0745-B383-7FE39E2B8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D96367-E460-A644-91E5-5504B3B35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372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F7965-1F8C-924C-BAA9-ED7F1CE06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5071FA-BD8B-7143-8D47-D6119A9172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B7AE25-D2CA-C64C-8DC5-50DA8C4B2D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5FFCA0-9DF5-E040-B517-5AE6A48C5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8C490F-7943-204B-AD72-7AC806AE6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8D1AEF-6F85-FF41-A3AD-331BC76B2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2944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D2FCC-9C07-684B-9280-E6126DD5D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74015F-8B7A-7848-8A8D-DFDCB53611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63C72-C28F-EC47-8002-94E4BF5D5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A7D6E-C823-0D4A-8C85-AACCAB435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B68258-BFA7-5141-A258-B48C1BF2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8416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3DE96F-680F-E141-A849-FB5D4A2648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59185D-029F-0C4C-BC37-9443F85D83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73A62C-1711-AC41-9B0A-61B658318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9CCD9A-237F-2E46-A22B-A145EF0FC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87DBDC-D801-744C-B9D7-A829F2DD6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94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BAC297-F7BD-A348-BC5F-84DEC90D9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DA16EF-872D-CC4E-93DF-97D4A835D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7A77-59DE-2A43-A6AF-BEEDDD8ECD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6ACB63-1246-9343-B549-8BAA5FC2A7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C3C0F5-22F5-0447-905D-54F390BA4C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037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tiff"/><Relationship Id="rId5" Type="http://schemas.openxmlformats.org/officeDocument/2006/relationships/image" Target="../media/image3.png"/><Relationship Id="rId4" Type="http://schemas.openxmlformats.org/officeDocument/2006/relationships/image" Target="../media/image2.tif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tiff"/><Relationship Id="rId5" Type="http://schemas.openxmlformats.org/officeDocument/2006/relationships/image" Target="../media/image1.tiff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836649-3BFB-BC41-8DB9-D358D1B458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F0DAA0-A0FD-6A46-9490-CA00AB61643F}"/>
              </a:ext>
            </a:extLst>
          </p:cNvPr>
          <p:cNvSpPr/>
          <p:nvPr/>
        </p:nvSpPr>
        <p:spPr>
          <a:xfrm>
            <a:off x="650009" y="654162"/>
            <a:ext cx="1114642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Welcome to the experiment!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this experiment, we will show you pairs of images presented one after the other. 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Your task is to decide which one is the Correct one. 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rgbClr val="80808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two images will appear one after the other.</a:t>
            </a:r>
          </a:p>
          <a:p>
            <a:pPr algn="ctr"/>
            <a:r>
              <a:rPr lang="en-US" dirty="0">
                <a:solidFill>
                  <a:srgbClr val="80808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When you see a ”+” sign on the screen, you may enter either the “D” or “K” keys to make a decision.</a:t>
            </a:r>
          </a:p>
        </p:txBody>
      </p:sp>
    </p:spTree>
    <p:extLst>
      <p:ext uri="{BB962C8B-B14F-4D97-AF65-F5344CB8AC3E}">
        <p14:creationId xmlns:p14="http://schemas.microsoft.com/office/powerpoint/2010/main" val="425262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836649-3BFB-BC41-8DB9-D358D1B458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F0DAA0-A0FD-6A46-9490-CA00AB61643F}"/>
              </a:ext>
            </a:extLst>
          </p:cNvPr>
          <p:cNvSpPr/>
          <p:nvPr/>
        </p:nvSpPr>
        <p:spPr>
          <a:xfrm>
            <a:off x="650009" y="654162"/>
            <a:ext cx="1114642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Welcome to the experiment!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this experiment, we will show you pairs of images presented one after the other. 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Your task is to decide which one is the Correct one. 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Two images will appear one after the other, with a “+” in between.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When you see the prompt “MAKE A CHOICE”, you may enter either the “D” or “K” keys to make a decision.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4D16A73-0858-319F-16EF-D555589794DF}"/>
              </a:ext>
            </a:extLst>
          </p:cNvPr>
          <p:cNvSpPr/>
          <p:nvPr/>
        </p:nvSpPr>
        <p:spPr>
          <a:xfrm>
            <a:off x="3550925" y="3212822"/>
            <a:ext cx="2365960" cy="1879430"/>
          </a:xfrm>
          <a:prstGeom prst="rect">
            <a:avLst/>
          </a:prstGeom>
          <a:solidFill>
            <a:srgbClr val="80808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36381C2-DE22-C720-C04D-7F6C724F9C75}"/>
              </a:ext>
            </a:extLst>
          </p:cNvPr>
          <p:cNvCxnSpPr>
            <a:cxnSpLocks/>
          </p:cNvCxnSpPr>
          <p:nvPr/>
        </p:nvCxnSpPr>
        <p:spPr>
          <a:xfrm>
            <a:off x="5933354" y="4142568"/>
            <a:ext cx="27432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F7DA9A9-7BB2-1C07-C53F-35537DC78A3F}"/>
              </a:ext>
            </a:extLst>
          </p:cNvPr>
          <p:cNvSpPr/>
          <p:nvPr/>
        </p:nvSpPr>
        <p:spPr>
          <a:xfrm>
            <a:off x="6224143" y="3212822"/>
            <a:ext cx="2365960" cy="1879430"/>
          </a:xfrm>
          <a:prstGeom prst="rect">
            <a:avLst/>
          </a:prstGeom>
          <a:solidFill>
            <a:srgbClr val="80808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0ACA483-BA3C-3519-D40C-70BCD9149BE4}"/>
              </a:ext>
            </a:extLst>
          </p:cNvPr>
          <p:cNvSpPr/>
          <p:nvPr/>
        </p:nvSpPr>
        <p:spPr>
          <a:xfrm>
            <a:off x="6876363" y="3611776"/>
            <a:ext cx="1097280" cy="109728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EF67E4BC-C004-405E-567C-FE609CFD56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173" y="3703216"/>
            <a:ext cx="914400" cy="914400"/>
          </a:xfrm>
          <a:prstGeom prst="rect">
            <a:avLst/>
          </a:prstGeom>
        </p:spPr>
      </p:pic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43F9DB2-9B7C-7548-33C2-FF418CE3D7A3}"/>
              </a:ext>
            </a:extLst>
          </p:cNvPr>
          <p:cNvCxnSpPr>
            <a:cxnSpLocks/>
          </p:cNvCxnSpPr>
          <p:nvPr/>
        </p:nvCxnSpPr>
        <p:spPr>
          <a:xfrm>
            <a:off x="8593509" y="4142568"/>
            <a:ext cx="27432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BCFF8C52-8001-D7E2-CFDA-FDEDA2BB52D9}"/>
              </a:ext>
            </a:extLst>
          </p:cNvPr>
          <p:cNvSpPr/>
          <p:nvPr/>
        </p:nvSpPr>
        <p:spPr>
          <a:xfrm>
            <a:off x="8884298" y="3212822"/>
            <a:ext cx="2365960" cy="1879430"/>
          </a:xfrm>
          <a:prstGeom prst="rect">
            <a:avLst/>
          </a:prstGeom>
          <a:solidFill>
            <a:srgbClr val="80808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A922271-49FC-7B29-0FE4-824062DB6692}"/>
              </a:ext>
            </a:extLst>
          </p:cNvPr>
          <p:cNvSpPr/>
          <p:nvPr/>
        </p:nvSpPr>
        <p:spPr>
          <a:xfrm>
            <a:off x="9162024" y="3985770"/>
            <a:ext cx="184890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 A CHOICE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552A3E0-0685-3187-D7F1-0D0C1E0AC42E}"/>
              </a:ext>
            </a:extLst>
          </p:cNvPr>
          <p:cNvGrpSpPr>
            <a:grpSpLocks noChangeAspect="1"/>
          </p:cNvGrpSpPr>
          <p:nvPr/>
        </p:nvGrpSpPr>
        <p:grpSpPr>
          <a:xfrm>
            <a:off x="9123629" y="5219680"/>
            <a:ext cx="1887295" cy="1097280"/>
            <a:chOff x="4543496" y="2244478"/>
            <a:chExt cx="3308070" cy="1923324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6297DC30-6729-EA39-22C0-25A23F3F06E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43496" y="2244478"/>
              <a:ext cx="3308070" cy="1654035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177A0C27-FA59-400D-F155-21D07F0C4D9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29508" y="3126098"/>
              <a:ext cx="562940" cy="1017506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FD319A5F-ED98-73CA-2921-0DAE6EEEE9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5144014" y="3148085"/>
              <a:ext cx="564163" cy="1019717"/>
            </a:xfrm>
            <a:prstGeom prst="rect">
              <a:avLst/>
            </a:prstGeom>
          </p:spPr>
        </p:pic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1C163C6-16AD-623D-9AD0-90F27C1C3AA0}"/>
              </a:ext>
            </a:extLst>
          </p:cNvPr>
          <p:cNvSpPr/>
          <p:nvPr/>
        </p:nvSpPr>
        <p:spPr>
          <a:xfrm>
            <a:off x="852957" y="3212822"/>
            <a:ext cx="2365960" cy="1879430"/>
          </a:xfrm>
          <a:prstGeom prst="rect">
            <a:avLst/>
          </a:prstGeom>
          <a:solidFill>
            <a:srgbClr val="80808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9EBD433-8375-ED8D-2AEB-98D1CD0CE2E7}"/>
              </a:ext>
            </a:extLst>
          </p:cNvPr>
          <p:cNvSpPr/>
          <p:nvPr/>
        </p:nvSpPr>
        <p:spPr>
          <a:xfrm>
            <a:off x="4390584" y="3840867"/>
            <a:ext cx="728021" cy="6309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6B52632-4B53-6C66-956C-984E989AB6B9}"/>
              </a:ext>
            </a:extLst>
          </p:cNvPr>
          <p:cNvCxnSpPr>
            <a:cxnSpLocks/>
          </p:cNvCxnSpPr>
          <p:nvPr/>
        </p:nvCxnSpPr>
        <p:spPr>
          <a:xfrm>
            <a:off x="3218917" y="4142568"/>
            <a:ext cx="27432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6F812530-CD65-C465-7DC5-FCF0DF90A0EE}"/>
              </a:ext>
            </a:extLst>
          </p:cNvPr>
          <p:cNvSpPr/>
          <p:nvPr/>
        </p:nvSpPr>
        <p:spPr>
          <a:xfrm>
            <a:off x="1498433" y="3614437"/>
            <a:ext cx="1097280" cy="109728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6EE017F3-F63D-C93F-E454-B6A0F9313F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9873" y="370321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3795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836649-3BFB-BC41-8DB9-D358D1B458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F0DAA0-A0FD-6A46-9490-CA00AB61643F}"/>
              </a:ext>
            </a:extLst>
          </p:cNvPr>
          <p:cNvSpPr/>
          <p:nvPr/>
        </p:nvSpPr>
        <p:spPr>
          <a:xfrm>
            <a:off x="650009" y="654162"/>
            <a:ext cx="1114642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Welcome to the experiment!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this experiment, we will show you pairs of images presented one after the other. 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Your task is to decide which one is the Correct one. 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 the black square appears on the screen, you will have 2 seconds to press the SPACE bar. 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Then, two images will appear one after the other, with a “+” in between.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When you see the prompt “MAKE A CHOICE”, you may enter either the “D” or “K” keys to make a decision.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6BC7CDD-2F5E-418F-3623-EDEC485CE32A}"/>
              </a:ext>
            </a:extLst>
          </p:cNvPr>
          <p:cNvSpPr/>
          <p:nvPr/>
        </p:nvSpPr>
        <p:spPr>
          <a:xfrm>
            <a:off x="258150" y="3863972"/>
            <a:ext cx="2100076" cy="1581874"/>
          </a:xfrm>
          <a:prstGeom prst="rect">
            <a:avLst/>
          </a:prstGeom>
          <a:solidFill>
            <a:srgbClr val="80808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B820EC-BDAB-F66F-68FF-75353C84C850}"/>
              </a:ext>
            </a:extLst>
          </p:cNvPr>
          <p:cNvCxnSpPr>
            <a:cxnSpLocks/>
          </p:cNvCxnSpPr>
          <p:nvPr/>
        </p:nvCxnSpPr>
        <p:spPr>
          <a:xfrm>
            <a:off x="2358226" y="4646518"/>
            <a:ext cx="243492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74C2F54D-CF6F-7195-618F-DF3D0BDBF796}"/>
              </a:ext>
            </a:extLst>
          </p:cNvPr>
          <p:cNvSpPr/>
          <p:nvPr/>
        </p:nvSpPr>
        <p:spPr>
          <a:xfrm>
            <a:off x="1007289" y="4361992"/>
            <a:ext cx="647918" cy="61570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06DEE3C-D616-AC06-CA7F-47758755C7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457" y="5475511"/>
            <a:ext cx="1675203" cy="79424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95C4272-B8D9-8823-4951-7C33791DA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1972" y="6110187"/>
            <a:ext cx="285072" cy="488594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662AE73E-9D9C-F2ED-978A-06875F0F33EB}"/>
              </a:ext>
            </a:extLst>
          </p:cNvPr>
          <p:cNvSpPr/>
          <p:nvPr/>
        </p:nvSpPr>
        <p:spPr>
          <a:xfrm>
            <a:off x="5099759" y="3855581"/>
            <a:ext cx="2100076" cy="1581874"/>
          </a:xfrm>
          <a:prstGeom prst="rect">
            <a:avLst/>
          </a:prstGeom>
          <a:solidFill>
            <a:srgbClr val="80808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BE4F1C0-5A4F-FC60-B1EB-90355FB81532}"/>
              </a:ext>
            </a:extLst>
          </p:cNvPr>
          <p:cNvCxnSpPr>
            <a:cxnSpLocks/>
          </p:cNvCxnSpPr>
          <p:nvPr/>
        </p:nvCxnSpPr>
        <p:spPr>
          <a:xfrm>
            <a:off x="7214453" y="4638127"/>
            <a:ext cx="243492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A98FBF6F-E976-2D9E-C48D-3A95780DBCAA}"/>
              </a:ext>
            </a:extLst>
          </p:cNvPr>
          <p:cNvSpPr/>
          <p:nvPr/>
        </p:nvSpPr>
        <p:spPr>
          <a:xfrm>
            <a:off x="7472564" y="3855581"/>
            <a:ext cx="2100076" cy="1581874"/>
          </a:xfrm>
          <a:prstGeom prst="rect">
            <a:avLst/>
          </a:prstGeom>
          <a:solidFill>
            <a:srgbClr val="80808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42C9CBE-7A91-C3FB-9282-18CD2E12A34A}"/>
              </a:ext>
            </a:extLst>
          </p:cNvPr>
          <p:cNvSpPr/>
          <p:nvPr/>
        </p:nvSpPr>
        <p:spPr>
          <a:xfrm>
            <a:off x="8051488" y="4191372"/>
            <a:ext cx="973969" cy="92355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D10C554-5602-2E22-C812-0FAB5B7E6F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6531" y="4268335"/>
            <a:ext cx="811641" cy="769630"/>
          </a:xfrm>
          <a:prstGeom prst="rect">
            <a:avLst/>
          </a:prstGeom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6E180E5-645F-D0B3-8412-B76A0DA911C5}"/>
              </a:ext>
            </a:extLst>
          </p:cNvPr>
          <p:cNvCxnSpPr>
            <a:cxnSpLocks/>
          </p:cNvCxnSpPr>
          <p:nvPr/>
        </p:nvCxnSpPr>
        <p:spPr>
          <a:xfrm>
            <a:off x="9575663" y="4638127"/>
            <a:ext cx="243492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7612208A-E068-2CE4-2061-001E78C4219B}"/>
              </a:ext>
            </a:extLst>
          </p:cNvPr>
          <p:cNvSpPr/>
          <p:nvPr/>
        </p:nvSpPr>
        <p:spPr>
          <a:xfrm>
            <a:off x="9833774" y="3855581"/>
            <a:ext cx="2100076" cy="1581874"/>
          </a:xfrm>
          <a:prstGeom prst="rect">
            <a:avLst/>
          </a:prstGeom>
          <a:solidFill>
            <a:srgbClr val="80808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EE0B3B4-1A01-8E49-7941-DC9095B5FB83}"/>
              </a:ext>
            </a:extLst>
          </p:cNvPr>
          <p:cNvSpPr/>
          <p:nvPr/>
        </p:nvSpPr>
        <p:spPr>
          <a:xfrm>
            <a:off x="10080289" y="4506154"/>
            <a:ext cx="164112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 A CHOICE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89D72E98-659A-8D10-7F13-9F6061C4745E}"/>
              </a:ext>
            </a:extLst>
          </p:cNvPr>
          <p:cNvGrpSpPr>
            <a:grpSpLocks noChangeAspect="1"/>
          </p:cNvGrpSpPr>
          <p:nvPr/>
        </p:nvGrpSpPr>
        <p:grpSpPr>
          <a:xfrm>
            <a:off x="10046209" y="5453268"/>
            <a:ext cx="1675203" cy="923556"/>
            <a:chOff x="4543496" y="2244478"/>
            <a:chExt cx="3308070" cy="1923324"/>
          </a:xfrm>
        </p:grpSpPr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CD8B53A8-C6E1-4915-867F-B365E38DD1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43496" y="2244478"/>
              <a:ext cx="3308070" cy="1654035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81B0D633-AA76-3C93-5E66-B1514B586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29508" y="3126098"/>
              <a:ext cx="562940" cy="1017506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FCE68632-9979-D462-A8E4-525CEAECA7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5144014" y="3148085"/>
              <a:ext cx="564163" cy="1019717"/>
            </a:xfrm>
            <a:prstGeom prst="rect">
              <a:avLst/>
            </a:prstGeom>
          </p:spPr>
        </p:pic>
      </p:grpSp>
      <p:sp>
        <p:nvSpPr>
          <p:cNvPr id="49" name="Rectangle 48">
            <a:extLst>
              <a:ext uri="{FF2B5EF4-FFF2-40B4-BE49-F238E27FC236}">
                <a16:creationId xmlns:a16="http://schemas.microsoft.com/office/drawing/2014/main" id="{DAD5961E-C76D-17EF-6693-887A940546B4}"/>
              </a:ext>
            </a:extLst>
          </p:cNvPr>
          <p:cNvSpPr/>
          <p:nvPr/>
        </p:nvSpPr>
        <p:spPr>
          <a:xfrm>
            <a:off x="2704985" y="3855581"/>
            <a:ext cx="2100076" cy="1581874"/>
          </a:xfrm>
          <a:prstGeom prst="rect">
            <a:avLst/>
          </a:prstGeom>
          <a:solidFill>
            <a:srgbClr val="80808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E14D98C-5B87-D00D-95DA-444DC9C776DB}"/>
              </a:ext>
            </a:extLst>
          </p:cNvPr>
          <p:cNvSpPr/>
          <p:nvPr/>
        </p:nvSpPr>
        <p:spPr>
          <a:xfrm>
            <a:off x="5845058" y="4384192"/>
            <a:ext cx="646207" cy="5310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B4B277D4-1E26-A713-CF05-32C8AF49C63E}"/>
              </a:ext>
            </a:extLst>
          </p:cNvPr>
          <p:cNvCxnSpPr>
            <a:cxnSpLocks/>
          </p:cNvCxnSpPr>
          <p:nvPr/>
        </p:nvCxnSpPr>
        <p:spPr>
          <a:xfrm>
            <a:off x="4805061" y="4638127"/>
            <a:ext cx="243492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310C6EE5-5718-3C3F-03DC-83110F07FE7F}"/>
              </a:ext>
            </a:extLst>
          </p:cNvPr>
          <p:cNvSpPr/>
          <p:nvPr/>
        </p:nvSpPr>
        <p:spPr>
          <a:xfrm>
            <a:off x="3277923" y="4193611"/>
            <a:ext cx="973969" cy="92355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B6349D55-BA9A-2310-8CD9-96F2B107CB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9087" y="4268335"/>
            <a:ext cx="811641" cy="769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080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836649-3BFB-BC41-8DB9-D358D1B458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F0DAA0-A0FD-6A46-9490-CA00AB61643F}"/>
              </a:ext>
            </a:extLst>
          </p:cNvPr>
          <p:cNvSpPr/>
          <p:nvPr/>
        </p:nvSpPr>
        <p:spPr>
          <a:xfrm>
            <a:off x="716198" y="717214"/>
            <a:ext cx="1030885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are correct you will see a green mark, if you are incorrect you will see a red cross (see below).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3B4A7-68BB-43E2-9347-5989CDB22A4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4397" r="12612"/>
          <a:stretch/>
        </p:blipFill>
        <p:spPr>
          <a:xfrm>
            <a:off x="3303380" y="1781977"/>
            <a:ext cx="2444278" cy="188366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7B7EFBA-472A-A921-86E9-2A330634744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058" r="13950"/>
          <a:stretch/>
        </p:blipFill>
        <p:spPr>
          <a:xfrm>
            <a:off x="6096000" y="1759061"/>
            <a:ext cx="2444278" cy="188366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F4E2701-90D0-8EBF-BB37-CAADF85D0F82}"/>
              </a:ext>
            </a:extLst>
          </p:cNvPr>
          <p:cNvSpPr/>
          <p:nvPr/>
        </p:nvSpPr>
        <p:spPr>
          <a:xfrm>
            <a:off x="522790" y="4070357"/>
            <a:ext cx="1114642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 can earn bonus money (up to $10) if you choose the Correct answer.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 will have up to 3 seconds to make your decision.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are too slow to respond, you will see “TOO SLOW” on the screen, 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your answer will be considered Incorrect and you will not earn bonus money for that decision. 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938466-D0C1-1E66-294B-53BD28A2D9F7}"/>
              </a:ext>
            </a:extLst>
          </p:cNvPr>
          <p:cNvSpPr/>
          <p:nvPr/>
        </p:nvSpPr>
        <p:spPr>
          <a:xfrm>
            <a:off x="3303379" y="1377261"/>
            <a:ext cx="24442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Correct</a:t>
            </a:r>
          </a:p>
          <a:p>
            <a:pPr algn="ctr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05AF02-1E11-A6B3-D788-D3F61E351C56}"/>
              </a:ext>
            </a:extLst>
          </p:cNvPr>
          <p:cNvSpPr/>
          <p:nvPr/>
        </p:nvSpPr>
        <p:spPr>
          <a:xfrm>
            <a:off x="6096000" y="1377261"/>
            <a:ext cx="244427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Incorrect</a:t>
            </a:r>
          </a:p>
          <a:p>
            <a:pPr algn="ctr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10684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836649-3BFB-BC41-8DB9-D358D1B458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0AAA599-E202-233D-CEBF-2A4936DD41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8202" y="1952368"/>
            <a:ext cx="2885993" cy="2737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443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836649-3BFB-BC41-8DB9-D358D1B458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0DF0AC2-3597-2ECC-9B56-1D9EFBED2B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6995" y="2284317"/>
            <a:ext cx="2158009" cy="2289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266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836649-3BFB-BC41-8DB9-D358D1B458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3FFE66-834B-F04E-8725-B3E647606348}"/>
              </a:ext>
            </a:extLst>
          </p:cNvPr>
          <p:cNvSpPr/>
          <p:nvPr/>
        </p:nvSpPr>
        <p:spPr>
          <a:xfrm>
            <a:off x="4998720" y="2242751"/>
            <a:ext cx="2194560" cy="21933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501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41616</TotalTime>
  <Words>359</Words>
  <Application>Microsoft Macintosh PowerPoint</Application>
  <PresentationFormat>Widescreen</PresentationFormat>
  <Paragraphs>43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Natalie Biderman</dc:creator>
  <cp:lastModifiedBy>Microsoft Office User</cp:lastModifiedBy>
  <cp:revision>169</cp:revision>
  <dcterms:created xsi:type="dcterms:W3CDTF">2019-02-21T20:26:27Z</dcterms:created>
  <dcterms:modified xsi:type="dcterms:W3CDTF">2022-07-15T15:48:34Z</dcterms:modified>
</cp:coreProperties>
</file>